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3931" r:id="rId1"/>
  </p:sldMasterIdLst>
  <p:notesMasterIdLst>
    <p:notesMasterId r:id="rId5"/>
  </p:notesMasterIdLst>
  <p:handoutMasterIdLst>
    <p:handoutMasterId r:id="rId6"/>
  </p:handoutMasterIdLst>
  <p:sldIdLst>
    <p:sldId id="345" r:id="rId2"/>
    <p:sldId id="374" r:id="rId3"/>
    <p:sldId id="370" r:id="rId4"/>
  </p:sldIdLst>
  <p:sldSz cx="9144000" cy="6858000" type="screen4x3"/>
  <p:notesSz cx="6797675" cy="9926638"/>
  <p:embeddedFontLst>
    <p:embeddedFont>
      <p:font typeface="HY수평선B" panose="020B0600000101010101" charset="-127"/>
      <p:regular r:id="rId7"/>
    </p:embeddedFont>
    <p:embeddedFont>
      <p:font typeface="HY수평선M" panose="020B0600000101010101" charset="-127"/>
      <p:regular r:id="rId8"/>
    </p:embeddedFont>
    <p:embeddedFont>
      <p:font typeface="HY헤드라인M" panose="02030600000101010101" pitchFamily="18" charset="-127"/>
      <p:regular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en-US"/>
    </a:defPPr>
    <a:lvl1pPr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ctr" rtl="0" fontAlgn="base" latinLnBrk="1">
      <a:lnSpc>
        <a:spcPct val="105000"/>
      </a:lnSpc>
      <a:spcBef>
        <a:spcPct val="40000"/>
      </a:spcBef>
      <a:spcAft>
        <a:spcPct val="0"/>
      </a:spcAft>
      <a:buClr>
        <a:schemeClr val="bg1"/>
      </a:buClr>
      <a:buChar char="•"/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orient="horz" pos="255">
          <p15:clr>
            <a:srgbClr val="A4A3A4"/>
          </p15:clr>
        </p15:guide>
        <p15:guide id="3" pos="158">
          <p15:clr>
            <a:srgbClr val="A4A3A4"/>
          </p15:clr>
        </p15:guide>
        <p15:guide id="4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66FF"/>
    <a:srgbClr val="FF00FF"/>
    <a:srgbClr val="9933FF"/>
    <a:srgbClr val="CC0099"/>
    <a:srgbClr val="660066"/>
    <a:srgbClr val="80008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84" autoAdjust="0"/>
    <p:restoredTop sz="92474" autoAdjust="0"/>
  </p:normalViewPr>
  <p:slideViewPr>
    <p:cSldViewPr showGuides="1">
      <p:cViewPr varScale="1">
        <p:scale>
          <a:sx n="105" d="100"/>
          <a:sy n="105" d="100"/>
        </p:scale>
        <p:origin x="2448" y="108"/>
      </p:cViewPr>
      <p:guideLst>
        <p:guide orient="horz" pos="3974"/>
        <p:guide orient="horz" pos="255"/>
        <p:guide pos="158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-3936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fld id="{3F994E70-38E9-4633-9130-EE1218373BAC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69745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5710"/>
            <a:ext cx="4987925" cy="44665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t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l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831"/>
            <a:ext cx="2946400" cy="49680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vert="horz" wrap="square" lIns="91998" tIns="45999" rIns="91998" bIns="45999" numCol="1" anchor="b" anchorCtr="0" compatLnSpc="1">
            <a:prstTxWarp prst="textNoShape">
              <a:avLst/>
            </a:prstTxWarp>
          </a:bodyPr>
          <a:lstStyle>
            <a:lvl1pPr algn="r" defTabSz="920750" eaLnBrk="0" latin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fld id="{6C3E18FD-5E32-4399-9DB3-DDECBB5827D3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8" name="슬라이드 이미지 개체 틀 7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9" name="머리글 개체 틀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41753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436E43-12A3-4D97-BCBA-2DDA415F132D}" type="slidenum">
              <a:rPr lang="ko-KR" altLang="en-US"/>
              <a:pPr/>
              <a:t>1</a:t>
            </a:fld>
            <a:endParaRPr lang="en-US" altLang="ko-KR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-2572" y="0"/>
            <a:ext cx="9144000" cy="6857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-2572" y="1"/>
            <a:ext cx="9144000" cy="41439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0" y="6429375"/>
            <a:ext cx="9144000" cy="428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ctr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50825" y="908049"/>
            <a:ext cx="8642350" cy="5400675"/>
          </a:xfrm>
          <a:prstGeom prst="rect">
            <a:avLst/>
          </a:prstGeom>
          <a:noFill/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모서리가 둥근 직사각형 7"/>
          <p:cNvSpPr/>
          <p:nvPr userDrawn="1"/>
        </p:nvSpPr>
        <p:spPr bwMode="auto">
          <a:xfrm>
            <a:off x="250825" y="908049"/>
            <a:ext cx="8642350" cy="5400675"/>
          </a:xfrm>
          <a:prstGeom prst="roundRect">
            <a:avLst>
              <a:gd name="adj" fmla="val 3032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anchorCtr="0"/>
          <a:lstStyle/>
          <a:p>
            <a:pPr algn="just">
              <a:buClrTx/>
              <a:buNone/>
            </a:pPr>
            <a:endParaRPr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914400"/>
            <a:ext cx="7391400" cy="762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5564188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Copyright 2006 </a:t>
            </a:r>
            <a:r>
              <a:rPr lang="en-US" altLang="ko-KR" dirty="0" err="1"/>
              <a:t>Miraenet</a:t>
            </a:r>
            <a:r>
              <a:rPr lang="en-US" altLang="ko-KR" dirty="0"/>
              <a:t> </a:t>
            </a:r>
            <a:r>
              <a:rPr lang="en-US" altLang="ko-KR" dirty="0" err="1"/>
              <a:t>Co.,Ltd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3924300" y="6400800"/>
            <a:ext cx="12573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CBEB56-63B0-4D03-937C-7C9477455EA8}" type="slidenum">
              <a:rPr lang="ko-KR" altLang="en-US"/>
              <a:pPr/>
              <a:t>‹#›</a:t>
            </a:fld>
            <a:r>
              <a:rPr lang="en-US" altLang="ko-KR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418696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09E0C3DF-F587-4C04-84DB-C0AADC6DE1C1}" type="datetime1">
              <a:rPr lang="ko-KR" altLang="en-US" smtClean="0"/>
              <a:t>2020-03-12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8565" y="6356351"/>
            <a:ext cx="1965124" cy="365125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535CB-D16E-4B53-98F2-68917718B5C4}"/>
              </a:ext>
            </a:extLst>
          </p:cNvPr>
          <p:cNvSpPr txBox="1"/>
          <p:nvPr userDrawn="1"/>
        </p:nvSpPr>
        <p:spPr>
          <a:xfrm>
            <a:off x="8699985" y="6454737"/>
            <a:ext cx="367409" cy="205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/18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55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8" r:id="rId2"/>
    <p:sldLayoutId id="2147483939" r:id="rId3"/>
    <p:sldLayoutId id="2147483940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825" y="1772815"/>
            <a:ext cx="8642349" cy="721416"/>
          </a:xfrm>
          <a:prstGeom prst="rect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44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Angular with Java</a:t>
            </a:r>
            <a:endParaRPr lang="ko-KR" altLang="en-US" sz="4400" dirty="0"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8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323529" y="476668"/>
            <a:ext cx="2534159" cy="360804"/>
            <a:chOff x="323529" y="476668"/>
            <a:chExt cx="2534159" cy="360804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2246128" cy="360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ko-KR" sz="1800" b="1" dirty="0">
                  <a:latin typeface="+mn-ea"/>
                  <a:ea typeface="+mn-ea"/>
                </a:rPr>
                <a:t>Component</a:t>
              </a:r>
              <a:r>
                <a:rPr lang="ko-KR" altLang="en-US" sz="1800" b="1" dirty="0">
                  <a:latin typeface="+mn-ea"/>
                  <a:ea typeface="+mn-ea"/>
                </a:rPr>
                <a:t> 구성도</a:t>
              </a:r>
            </a:p>
          </p:txBody>
        </p:sp>
        <p:pic>
          <p:nvPicPr>
            <p:cNvPr id="84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2A4F0E-1E58-4F1A-ACC6-C2E1D026F419}"/>
              </a:ext>
            </a:extLst>
          </p:cNvPr>
          <p:cNvSpPr/>
          <p:nvPr/>
        </p:nvSpPr>
        <p:spPr bwMode="auto">
          <a:xfrm>
            <a:off x="487016" y="1093971"/>
            <a:ext cx="3004704" cy="465224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&lt;header&gt;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35BFE5-6F0E-437A-9215-D0AF62AED0A1}"/>
              </a:ext>
            </a:extLst>
          </p:cNvPr>
          <p:cNvSpPr/>
          <p:nvPr/>
        </p:nvSpPr>
        <p:spPr bwMode="auto">
          <a:xfrm>
            <a:off x="2051720" y="1666527"/>
            <a:ext cx="1440000" cy="1440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&lt;aside&gt;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4B3AEE-EC14-4B35-BA4D-55A3335FFF96}"/>
              </a:ext>
            </a:extLst>
          </p:cNvPr>
          <p:cNvSpPr/>
          <p:nvPr/>
        </p:nvSpPr>
        <p:spPr bwMode="auto">
          <a:xfrm>
            <a:off x="467544" y="1666527"/>
            <a:ext cx="1440000" cy="1440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t"/>
          <a:lstStyle/>
          <a:p>
            <a:pPr latinLnBrk="0">
              <a:buNone/>
            </a:pPr>
            <a:endParaRPr lang="en-US" altLang="ko-KR" sz="1200" b="1" dirty="0">
              <a:latin typeface="+mn-ea"/>
            </a:endParaRP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&lt;section&gt;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3E473B-F7AF-4FCA-B8B0-C889570D4388}"/>
              </a:ext>
            </a:extLst>
          </p:cNvPr>
          <p:cNvSpPr/>
          <p:nvPr/>
        </p:nvSpPr>
        <p:spPr bwMode="auto">
          <a:xfrm>
            <a:off x="467544" y="3217999"/>
            <a:ext cx="3004704" cy="465224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&lt;footer&gt;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BD7CCA1-9896-4AC6-B80C-BBECF1833646}"/>
              </a:ext>
            </a:extLst>
          </p:cNvPr>
          <p:cNvSpPr/>
          <p:nvPr/>
        </p:nvSpPr>
        <p:spPr bwMode="auto">
          <a:xfrm>
            <a:off x="557434" y="2636912"/>
            <a:ext cx="1260220" cy="341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&lt;article&gt;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B81652-D1ED-4477-9515-D11B31164BE0}"/>
              </a:ext>
            </a:extLst>
          </p:cNvPr>
          <p:cNvSpPr/>
          <p:nvPr/>
        </p:nvSpPr>
        <p:spPr>
          <a:xfrm>
            <a:off x="1125439" y="3758224"/>
            <a:ext cx="1564210" cy="301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</a:t>
            </a:r>
            <a:r>
              <a:rPr lang="ko-KR" altLang="en-US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ko-KR" altLang="en-US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tructure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FDECCA-C45F-4588-A981-6F9B96952C56}"/>
              </a:ext>
            </a:extLst>
          </p:cNvPr>
          <p:cNvSpPr/>
          <p:nvPr/>
        </p:nvSpPr>
        <p:spPr bwMode="auto">
          <a:xfrm>
            <a:off x="5960113" y="1052736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root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F0669A2-9C8A-4AC4-9DF9-CC5A9DAEF345}"/>
              </a:ext>
            </a:extLst>
          </p:cNvPr>
          <p:cNvSpPr/>
          <p:nvPr/>
        </p:nvSpPr>
        <p:spPr bwMode="auto">
          <a:xfrm>
            <a:off x="4114093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header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98EB7F-5734-4853-B39B-3EA218DCBEDA}"/>
              </a:ext>
            </a:extLst>
          </p:cNvPr>
          <p:cNvSpPr/>
          <p:nvPr/>
        </p:nvSpPr>
        <p:spPr bwMode="auto">
          <a:xfrm>
            <a:off x="5329500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section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6BC4507-0D39-410A-8C4B-4CCD4149CEFE}"/>
              </a:ext>
            </a:extLst>
          </p:cNvPr>
          <p:cNvSpPr/>
          <p:nvPr/>
        </p:nvSpPr>
        <p:spPr bwMode="auto">
          <a:xfrm>
            <a:off x="6544907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aside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2AC880E-CCAD-4D9A-8941-4EF5BE1E8AF2}"/>
              </a:ext>
            </a:extLst>
          </p:cNvPr>
          <p:cNvSpPr/>
          <p:nvPr/>
        </p:nvSpPr>
        <p:spPr bwMode="auto">
          <a:xfrm>
            <a:off x="7760313" y="2082459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footer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CE1B40F-68B5-4E43-ADD1-EC84FD9B0BC5}"/>
              </a:ext>
            </a:extLst>
          </p:cNvPr>
          <p:cNvSpPr/>
          <p:nvPr/>
        </p:nvSpPr>
        <p:spPr bwMode="auto">
          <a:xfrm>
            <a:off x="4355976" y="3077430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article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E6BB6AF-7FA0-4589-86C1-D8197C441794}"/>
              </a:ext>
            </a:extLst>
          </p:cNvPr>
          <p:cNvSpPr/>
          <p:nvPr/>
        </p:nvSpPr>
        <p:spPr bwMode="auto">
          <a:xfrm>
            <a:off x="6202160" y="3077430"/>
            <a:ext cx="1060159" cy="639601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article</a:t>
            </a:r>
          </a:p>
          <a:p>
            <a:pPr latinLnBrk="0">
              <a:buNone/>
            </a:pPr>
            <a:r>
              <a:rPr lang="en-US" altLang="ko-KR" sz="1200" b="1" dirty="0">
                <a:latin typeface="+mn-ea"/>
              </a:rPr>
              <a:t>component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3FF7F-1989-4C0E-9620-A485C8EBE0D7}"/>
              </a:ext>
            </a:extLst>
          </p:cNvPr>
          <p:cNvSpPr txBox="1"/>
          <p:nvPr/>
        </p:nvSpPr>
        <p:spPr>
          <a:xfrm>
            <a:off x="5475226" y="3179478"/>
            <a:ext cx="667843" cy="4355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buNone/>
            </a:pPr>
            <a:r>
              <a:rPr lang="en-US" altLang="ko-KR" dirty="0"/>
              <a:t>…</a:t>
            </a:r>
            <a:endParaRPr lang="ko-KR" altLang="en-US" dirty="0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6931AD4F-A2CD-453C-AB4B-6720BC062B63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 rot="5400000">
            <a:off x="5372122" y="964388"/>
            <a:ext cx="390122" cy="18460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E0D2D1A9-FFDD-48AB-A648-8F4DBD41827F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rot="5400000">
            <a:off x="5979826" y="1572092"/>
            <a:ext cx="390122" cy="6306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3323CB08-709E-4DC8-9995-4FB5DC92CB33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 rot="16200000" flipH="1">
            <a:off x="6587529" y="1595001"/>
            <a:ext cx="390122" cy="584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1D799F39-5E9F-409E-B3E9-35CF3FC15F59}"/>
              </a:ext>
            </a:extLst>
          </p:cNvPr>
          <p:cNvCxnSpPr>
            <a:cxnSpLocks/>
            <a:stCxn id="34" idx="2"/>
            <a:endCxn id="38" idx="0"/>
          </p:cNvCxnSpPr>
          <p:nvPr/>
        </p:nvCxnSpPr>
        <p:spPr>
          <a:xfrm rot="16200000" flipH="1">
            <a:off x="7195232" y="987298"/>
            <a:ext cx="390122" cy="18002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422A30E0-C86A-41E4-A041-58E07E72F683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 rot="5400000">
            <a:off x="5195133" y="2412983"/>
            <a:ext cx="355370" cy="9735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E614B14D-B801-490D-9846-1EB5F5C17CA5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rot="16200000" flipH="1">
            <a:off x="6118225" y="2463415"/>
            <a:ext cx="355370" cy="8726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0F9D8DD-9F77-4F66-B631-1420C6E929F3}"/>
              </a:ext>
            </a:extLst>
          </p:cNvPr>
          <p:cNvSpPr/>
          <p:nvPr/>
        </p:nvSpPr>
        <p:spPr>
          <a:xfrm>
            <a:off x="5699723" y="3910624"/>
            <a:ext cx="1680589" cy="301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u="sng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Component Tree</a:t>
            </a:r>
            <a:endParaRPr lang="ko-KR" altLang="en-US" sz="1400" b="1" u="sng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화살표: 줄무늬가 있는 오른쪽 48">
            <a:extLst>
              <a:ext uri="{FF2B5EF4-FFF2-40B4-BE49-F238E27FC236}">
                <a16:creationId xmlns:a16="http://schemas.microsoft.com/office/drawing/2014/main" id="{76CE82D2-D765-4CB3-95CF-1A65D02E7F33}"/>
              </a:ext>
            </a:extLst>
          </p:cNvPr>
          <p:cNvSpPr/>
          <p:nvPr/>
        </p:nvSpPr>
        <p:spPr bwMode="auto">
          <a:xfrm>
            <a:off x="1961813" y="1727653"/>
            <a:ext cx="2051745" cy="465224"/>
          </a:xfrm>
          <a:prstGeom prst="stripedRightArrow">
            <a:avLst>
              <a:gd name="adj1" fmla="val 55704"/>
              <a:gd name="adj2" fmla="val 43359"/>
            </a:avLst>
          </a:prstGeom>
          <a:solidFill>
            <a:srgbClr val="0000FF">
              <a:alpha val="8000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E9D32EB4-6122-4C19-8D6C-0D899CD9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20" y="4131648"/>
            <a:ext cx="2687592" cy="2105663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56CDF09D-B2CD-49F1-9D4E-E569CBD279BA}"/>
              </a:ext>
            </a:extLst>
          </p:cNvPr>
          <p:cNvSpPr/>
          <p:nvPr/>
        </p:nvSpPr>
        <p:spPr bwMode="auto">
          <a:xfrm>
            <a:off x="3059832" y="5332695"/>
            <a:ext cx="1656184" cy="535246"/>
          </a:xfrm>
          <a:prstGeom prst="rect">
            <a:avLst/>
          </a:prstGeom>
          <a:solidFill>
            <a:srgbClr val="C00000">
              <a:alpha val="3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112DB8E-FDB2-4D3B-BA0C-C04F8EF81CBF}"/>
              </a:ext>
            </a:extLst>
          </p:cNvPr>
          <p:cNvSpPr/>
          <p:nvPr/>
        </p:nvSpPr>
        <p:spPr bwMode="auto">
          <a:xfrm>
            <a:off x="3059832" y="5867941"/>
            <a:ext cx="1656184" cy="162678"/>
          </a:xfrm>
          <a:prstGeom prst="rect">
            <a:avLst/>
          </a:prstGeom>
          <a:solidFill>
            <a:srgbClr val="C00000">
              <a:alpha val="30000"/>
            </a:srgbClr>
          </a:solidFill>
          <a:ln w="127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lIns="82550" tIns="41275" rIns="82550" bIns="41275" rtlCol="0" anchor="ctr"/>
          <a:lstStyle/>
          <a:p>
            <a:pPr algn="ctr" defTabSz="739775">
              <a:buNone/>
            </a:pP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F399E04-FA60-432B-A8B7-CA06E60993E7}"/>
              </a:ext>
            </a:extLst>
          </p:cNvPr>
          <p:cNvCxnSpPr>
            <a:cxnSpLocks/>
          </p:cNvCxnSpPr>
          <p:nvPr/>
        </p:nvCxnSpPr>
        <p:spPr>
          <a:xfrm>
            <a:off x="4730808" y="5589240"/>
            <a:ext cx="11287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A0D5FCB-ACF5-44A7-B7F6-563175ED3542}"/>
              </a:ext>
            </a:extLst>
          </p:cNvPr>
          <p:cNvCxnSpPr>
            <a:cxnSpLocks/>
          </p:cNvCxnSpPr>
          <p:nvPr/>
        </p:nvCxnSpPr>
        <p:spPr>
          <a:xfrm>
            <a:off x="4716016" y="5949280"/>
            <a:ext cx="11287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D39FC1-BC55-453D-B28D-107405396282}"/>
              </a:ext>
            </a:extLst>
          </p:cNvPr>
          <p:cNvSpPr txBox="1"/>
          <p:nvPr/>
        </p:nvSpPr>
        <p:spPr>
          <a:xfrm>
            <a:off x="5880075" y="5445224"/>
            <a:ext cx="1440395" cy="27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Root Component</a:t>
            </a:r>
            <a:endParaRPr lang="ko-KR" altLang="en-US" sz="12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05B8970-89A6-4CE4-8BC5-CD045F2900FE}"/>
              </a:ext>
            </a:extLst>
          </p:cNvPr>
          <p:cNvSpPr txBox="1"/>
          <p:nvPr/>
        </p:nvSpPr>
        <p:spPr>
          <a:xfrm>
            <a:off x="5868144" y="5822003"/>
            <a:ext cx="1143838" cy="271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Root Module</a:t>
            </a:r>
            <a:endParaRPr lang="ko-KR" altLang="en-US" sz="1200" b="1" dirty="0">
              <a:solidFill>
                <a:schemeClr val="tx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018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4" name="AutoShape 154"/>
          <p:cNvSpPr>
            <a:spLocks noChangeArrowheads="1"/>
          </p:cNvSpPr>
          <p:nvPr/>
        </p:nvSpPr>
        <p:spPr bwMode="auto">
          <a:xfrm>
            <a:off x="395536" y="1052736"/>
            <a:ext cx="2013052" cy="360000"/>
          </a:xfrm>
          <a:prstGeom prst="roundRect">
            <a:avLst>
              <a:gd name="adj" fmla="val 15806"/>
            </a:avLst>
          </a:prstGeom>
          <a:solidFill>
            <a:schemeClr val="bg2"/>
          </a:solidFill>
          <a:ln w="12699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2075" tIns="46038" rIns="92075" bIns="46038" anchor="ctr"/>
          <a:lstStyle>
            <a:lvl1pPr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None/>
            </a:pPr>
            <a:r>
              <a:rPr lang="en-US" altLang="ko-KR" sz="1200" b="1" dirty="0">
                <a:latin typeface="+mn-ea"/>
                <a:ea typeface="+mn-ea"/>
              </a:rPr>
              <a:t>Web Agent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5277" name="AutoShape 157"/>
          <p:cNvSpPr>
            <a:spLocks noChangeArrowheads="1"/>
          </p:cNvSpPr>
          <p:nvPr/>
        </p:nvSpPr>
        <p:spPr bwMode="auto">
          <a:xfrm>
            <a:off x="2580854" y="1052776"/>
            <a:ext cx="2561647" cy="360000"/>
          </a:xfrm>
          <a:prstGeom prst="roundRect">
            <a:avLst>
              <a:gd name="adj" fmla="val 15806"/>
            </a:avLst>
          </a:prstGeom>
          <a:solidFill>
            <a:schemeClr val="bg2"/>
          </a:solidFill>
          <a:ln w="12699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2075" tIns="46038" rIns="92075" bIns="46038" anchor="ctr"/>
          <a:lstStyle>
            <a:lvl1pPr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None/>
            </a:pPr>
            <a:r>
              <a:rPr lang="en-US" altLang="ko-KR" sz="1200" b="1" dirty="0">
                <a:latin typeface="+mn-ea"/>
                <a:ea typeface="+mn-ea"/>
              </a:rPr>
              <a:t>Angular(Node.js)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5278" name="AutoShape 158"/>
          <p:cNvSpPr>
            <a:spLocks noChangeArrowheads="1"/>
          </p:cNvSpPr>
          <p:nvPr/>
        </p:nvSpPr>
        <p:spPr bwMode="auto">
          <a:xfrm>
            <a:off x="5364088" y="1052776"/>
            <a:ext cx="3424808" cy="360000"/>
          </a:xfrm>
          <a:prstGeom prst="roundRect">
            <a:avLst>
              <a:gd name="adj" fmla="val 15806"/>
            </a:avLst>
          </a:prstGeom>
          <a:solidFill>
            <a:schemeClr val="bg2"/>
          </a:solidFill>
          <a:ln w="12699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2075" tIns="46038" rIns="92075" bIns="46038" anchor="ctr"/>
          <a:lstStyle>
            <a:lvl1pPr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algn="l" defTabSz="762000" latinLnBrk="1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None/>
            </a:pPr>
            <a:r>
              <a:rPr lang="en-US" altLang="ko-KR" sz="1200" b="1" dirty="0">
                <a:latin typeface="+mn-ea"/>
                <a:ea typeface="+mn-ea"/>
              </a:rPr>
              <a:t>Java Framework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81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 txBox="1">
            <a:spLocks/>
          </p:cNvSpPr>
          <p:nvPr/>
        </p:nvSpPr>
        <p:spPr>
          <a:xfrm>
            <a:off x="251520" y="51470"/>
            <a:ext cx="3600400" cy="344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l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시스템 소개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323529" y="476668"/>
            <a:ext cx="2401110" cy="360804"/>
            <a:chOff x="323529" y="476668"/>
            <a:chExt cx="2401110" cy="360804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611560" y="476668"/>
              <a:ext cx="2113079" cy="360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ko-KR" altLang="en-US" sz="1800" b="1" dirty="0">
                  <a:latin typeface="+mn-ea"/>
                  <a:ea typeface="+mn-ea"/>
                </a:rPr>
                <a:t>통합시스템 구성도</a:t>
              </a:r>
            </a:p>
          </p:txBody>
        </p:sp>
        <p:pic>
          <p:nvPicPr>
            <p:cNvPr id="84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23529" y="506937"/>
              <a:ext cx="288032" cy="29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356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00FF">
            <a:alpha val="8000"/>
          </a:srgbClr>
        </a:solidFill>
        <a:ln w="12700">
          <a:solidFill>
            <a:schemeClr val="tx1"/>
          </a:solidFill>
          <a:miter lim="800000"/>
          <a:headEnd/>
          <a:tailEnd/>
        </a:ln>
        <a:effectLst/>
      </a:spPr>
      <a:bodyPr lIns="82550" tIns="41275" rIns="82550" bIns="41275" anchor="ctr"/>
      <a:lstStyle>
        <a:defPPr defTabSz="739775">
          <a:buNone/>
          <a:defRPr sz="800" dirty="0" smtClean="0">
            <a:latin typeface="+mn-ea"/>
            <a:ea typeface="+mn-ea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buNone/>
          <a:defRPr sz="1200" b="1" dirty="0" smtClean="0">
            <a:solidFill>
              <a:schemeClr val="tx2">
                <a:lumMod val="50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8399</TotalTime>
  <Words>65</Words>
  <Application>Microsoft Office PowerPoint</Application>
  <PresentationFormat>화면 슬라이드 쇼(4:3)</PresentationFormat>
  <Paragraphs>34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HY수평선B</vt:lpstr>
      <vt:lpstr>HY수평선M</vt:lpstr>
      <vt:lpstr>Times New Roman</vt:lpstr>
      <vt:lpstr>굴림</vt:lpstr>
      <vt:lpstr>Arial</vt:lpstr>
      <vt:lpstr>HY헤드라인M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Company>(주)Rainend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for Java</dc:title>
  <dc:subject>자바기반 프레임워크</dc:subject>
  <dc:creator>김용국</dc:creator>
  <cp:lastModifiedBy>김 용국</cp:lastModifiedBy>
  <cp:revision>492</cp:revision>
  <cp:lastPrinted>2019-10-15T04:24:46Z</cp:lastPrinted>
  <dcterms:created xsi:type="dcterms:W3CDTF">2004-06-28T06:08:17Z</dcterms:created>
  <dcterms:modified xsi:type="dcterms:W3CDTF">2020-03-12T07:05:59Z</dcterms:modified>
</cp:coreProperties>
</file>